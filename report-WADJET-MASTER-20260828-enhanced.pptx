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data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Risks</c:v>
                  </c:pt>
                  <c:pt idx="1">
                    <c:v>Residual</c:v>
                  </c:pt>
                  <c:pt idx="2">
                    <c:v>Control Coverage</c:v>
                  </c:pt>
                  <c:pt idx="3">
                    <c:v>Evidence</c:v>
                  </c:pt>
                  <c:pt idx="4">
                    <c:v>Policy Coverage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WADJET GRC — Master Platform Report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Generated: 2026-08-27T23:32:54.405Z</a:t>
            </a:r>
            <a:endParaRPr lang="en-US" sz="1100" dirty="0"/>
          </a:p>
        </p:txBody>
      </p:sp>
      <p:pic>
        <p:nvPicPr>
          <p:cNvPr id="4" name="Image 0" descr="C:\Users\elsha\Downloads\zico-version5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228600"/>
            <a:ext cx="109728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63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Snapshot: Risks: 0 · Open: 0 · High/Critical: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Controls: 0 · Implemented: 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Policies: 0 · POAM items: 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Domain spider (radar) — Key metrics (normalized)</a:t>
            </a:r>
            <a:endParaRPr lang="en-US" sz="1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1188720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Recommendations &amp; Next steps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1. Approve prioritized funding for top remediation projects (MFA/PAM, Vendor SLAs, BCP).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2. Operationalize second-approval gating for Critical risks and require evidence checklist for closure.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3. Increase RAG suggestion acceptance threshold to 80% and mandate human validation.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4. Quarterly audit sampling (n≥5) for high/critical treatments.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2026-08-27T23:32:54Z</dcterms:created>
  <dcterms:modified xsi:type="dcterms:W3CDTF">2026-08-27T23:32:54Z</dcterms:modified>
</cp:coreProperties>
</file>