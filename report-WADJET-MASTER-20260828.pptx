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WADJET GRC — Master Platform Report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Generated: 2026-08-27T22:53:10.483Z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Domain spider (radar) — Key metrics</a:t>
            </a:r>
            <a:endParaRPr lang="en-US" sz="1800" dirty="0"/>
          </a:p>
        </p:txBody>
      </p:sp>
      <p:pic>
        <p:nvPicPr>
          <p:cNvPr id="3" name="Image 0" descr="C:\Users\elsha\Downloads\zico-version5\report-WADJET-MASTER-20260828-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109728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Top 10 Risks (by residual)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120700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017520"/>
                <a:gridCol w="301752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Risk 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Title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Residual Score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2026-08-27T22:53:10Z</dcterms:created>
  <dcterms:modified xsi:type="dcterms:W3CDTF">2026-08-27T22:53:10Z</dcterms:modified>
</cp:coreProperties>
</file>